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99855" y="0"/>
            <a:ext cx="3291840" cy="1645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737360"/>
            <a:ext cx="2194560" cy="38404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COURSE PROJECT ·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eKYC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Face-Recognition IoT System on Google Kubernetes Engine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3977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· CameraX · ML Kit  </a:t>
            </a:r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 · FastAPI · Pub/Sub  </a:t>
            </a:r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DeepFace (ArcFace + Facenet512)  </a:t>
            </a:r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· FCM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5212080"/>
            <a:ext cx="21945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303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 Lin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5623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· IoT: Communications and Networking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595360" y="5029200"/>
            <a:ext cx="2926080" cy="1371600"/>
          </a:xfrm>
          <a:prstGeom prst="rect">
            <a:avLst/>
          </a:prstGeom>
          <a:solidFill>
            <a:srgbClr val="1A2A3F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0" y="5120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SELF-ASSESSED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595360" y="53492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8FAFC"/>
                </a:solidFill>
              </a:rPr>
              <a:t>100</a:t>
            </a:r>
            <a:endParaRPr lang="en-US" sz="5800" dirty="0"/>
          </a:p>
        </p:txBody>
      </p:sp>
      <p:sp>
        <p:nvSpPr>
          <p:cNvPr id="15" name="Text 13"/>
          <p:cNvSpPr/>
          <p:nvPr/>
        </p:nvSpPr>
        <p:spPr>
          <a:xfrm>
            <a:off x="8595360" y="61722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/ 100 marks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banking eKYC system is a perfect IoT-class project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D35"/>
          </a:solidFill>
          <a:ln w="12700">
            <a:solidFill>
              <a:srgbClr val="0F1D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eKYC · IoT Course Project ·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7295" y="65379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11155680" cy="960120"/>
          </a:xfrm>
          <a:prstGeom prst="rect">
            <a:avLst/>
          </a:prstGeom>
          <a:solidFill>
            <a:srgbClr val="111E2F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728216"/>
            <a:ext cx="621792" cy="621792"/>
          </a:xfrm>
          <a:prstGeom prst="ellipse">
            <a:avLst/>
          </a:prstGeom>
          <a:solidFill>
            <a:srgbClr val="0B1426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72821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</a:rPr>
              <a:t>◈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00200" y="168249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onboarding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202996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need identity verification without a branch visit — the phone becomes the interface.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670048"/>
            <a:ext cx="11155680" cy="960120"/>
          </a:xfrm>
          <a:prstGeom prst="rect">
            <a:avLst/>
          </a:prstGeom>
          <a:solidFill>
            <a:srgbClr val="111E2F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2843784"/>
            <a:ext cx="621792" cy="621792"/>
          </a:xfrm>
          <a:prstGeom prst="ellipse">
            <a:avLst/>
          </a:prstGeom>
          <a:solidFill>
            <a:srgbClr val="0B1426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84378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</a:rPr>
              <a:t>◉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00200" y="279806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phone is the IoT sensor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314553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Camera, touchscreen, microphone and network link — our IoT device is the customer's Android phone.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3785616"/>
            <a:ext cx="11155680" cy="960120"/>
          </a:xfrm>
          <a:prstGeom prst="rect">
            <a:avLst/>
          </a:prstGeom>
          <a:solidFill>
            <a:srgbClr val="111E2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3959352"/>
            <a:ext cx="621792" cy="621792"/>
          </a:xfrm>
          <a:prstGeom prst="ellipse">
            <a:avLst/>
          </a:prstGeom>
          <a:solidFill>
            <a:srgbClr val="0B1426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9593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◆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600200" y="391363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+ cost matter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00200" y="4261104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concurrent users, spiky traffic, and off-hours cost savings must all be handled by the cloud tier.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4901184"/>
            <a:ext cx="11155680" cy="960120"/>
          </a:xfrm>
          <a:prstGeom prst="rect">
            <a:avLst/>
          </a:prstGeom>
          <a:solidFill>
            <a:srgbClr val="111E2F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5074920"/>
            <a:ext cx="621792" cy="621792"/>
          </a:xfrm>
          <a:prstGeom prst="ellipse">
            <a:avLst/>
          </a:prstGeom>
          <a:solidFill>
            <a:srgbClr val="0B1426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0749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8BFA"/>
                </a:solidFill>
              </a:rPr>
              <a:t>◎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600200" y="502920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improves over time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00200" y="537667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appearance drifts; the model must adapt per user without a full retrain or any downtime.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request path from Android → Kong → FastAPI → Pub/Sub → DeepFace workers → FCM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D35"/>
          </a:solidFill>
          <a:ln w="12700">
            <a:solidFill>
              <a:srgbClr val="0F1D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eKYC · IoT Course Project ·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7295" y="65379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8" name="Image 0" descr="/sessions/festive-eager-gauss/slides_build/diagrams/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17320"/>
            <a:ext cx="111556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Signup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capture → 3 poses × 3 photos → multipart upload → enrolled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D35"/>
          </a:solidFill>
          <a:ln w="12700">
            <a:solidFill>
              <a:srgbClr val="0F1D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eKYC · IoT Course Project ·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7295" y="65379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5760720" cy="804672"/>
          </a:xfrm>
          <a:prstGeom prst="rect">
            <a:avLst/>
          </a:prstGeom>
          <a:solidFill>
            <a:srgbClr val="111E2F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1709928"/>
            <a:ext cx="493776" cy="49377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099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426"/>
                </a:solidFill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164592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Launch &amp; register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193852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Email + password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514600"/>
            <a:ext cx="5760720" cy="804672"/>
          </a:xfrm>
          <a:prstGeom prst="rect">
            <a:avLst/>
          </a:prstGeom>
          <a:solidFill>
            <a:srgbClr val="111E2F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" y="2670048"/>
            <a:ext cx="493776" cy="49377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6700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426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25880" y="26060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Face scan — CENTER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289864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ML Kit validates each frame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474720"/>
            <a:ext cx="5760720" cy="804672"/>
          </a:xfrm>
          <a:prstGeom prst="rect">
            <a:avLst/>
          </a:prstGeom>
          <a:solidFill>
            <a:srgbClr val="111E2F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" y="3630168"/>
            <a:ext cx="493776" cy="49377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6301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426"/>
                </a:solidFill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25880" y="356616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Face scan — LEFT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385876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3 photos captured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4434840"/>
            <a:ext cx="5760720" cy="804672"/>
          </a:xfrm>
          <a:prstGeom prst="rect">
            <a:avLst/>
          </a:prstGeom>
          <a:solidFill>
            <a:srgbClr val="111E2F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5800" y="4590288"/>
            <a:ext cx="493776" cy="49377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5902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426"/>
                </a:solidFill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325880" y="452628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Face scan — RIGHT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25880" y="481888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3 photos captured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5394960"/>
            <a:ext cx="5760720" cy="804672"/>
          </a:xfrm>
          <a:prstGeom prst="rect">
            <a:avLst/>
          </a:prstGeom>
          <a:solidFill>
            <a:srgbClr val="111E2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5800" y="5550408"/>
            <a:ext cx="493776" cy="49377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5504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426"/>
                </a:solidFill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325880" y="548640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Upload &amp; push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325880" y="577900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Multipart POST + FCM 'enrolled'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92240" y="1554480"/>
            <a:ext cx="5212080" cy="4800600"/>
          </a:xfrm>
          <a:prstGeom prst="rect">
            <a:avLst/>
          </a:prstGeom>
          <a:solidFill>
            <a:srgbClr val="111E2F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67512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What the backend does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675120" y="2103120"/>
            <a:ext cx="4846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/api/v1/ekyc/upload-photos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verified · 9 multipart parts received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persisted to Firebase Storage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published → banking-ekyc-sign-up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pulls, runs DeepFace ensemble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512-d embedding stored in tb_user_faces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FCM push → device: 'eKYC complete'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Signin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capture → ensemble match in the cloud → FCM result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D35"/>
          </a:solidFill>
          <a:ln w="12700">
            <a:solidFill>
              <a:srgbClr val="0F1D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eKYC · IoT Course Project ·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7295" y="65379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2743200" cy="1097280"/>
          </a:xfrm>
          <a:prstGeom prst="rect">
            <a:avLst/>
          </a:prstGeom>
          <a:solidFill>
            <a:srgbClr val="111E2F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1719072"/>
            <a:ext cx="530352" cy="53035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7190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426"/>
                </a:solidFill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16642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Enter email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1993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Device identifies user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10712" y="1554480"/>
            <a:ext cx="2743200" cy="1097280"/>
          </a:xfrm>
          <a:prstGeom prst="rect">
            <a:avLst/>
          </a:prstGeom>
          <a:solidFill>
            <a:srgbClr val="111E2F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93592" y="1719072"/>
            <a:ext cx="530352" cy="53035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3593592" y="17190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426"/>
                </a:solidFill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233672" y="16642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Capture face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33672" y="1993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Single front photo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18504" y="1554480"/>
            <a:ext cx="2743200" cy="1097280"/>
          </a:xfrm>
          <a:prstGeom prst="rect">
            <a:avLst/>
          </a:prstGeom>
          <a:solidFill>
            <a:srgbClr val="111E2F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01384" y="1719072"/>
            <a:ext cx="530352" cy="53035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0" name="Text 18"/>
          <p:cNvSpPr/>
          <p:nvPr/>
        </p:nvSpPr>
        <p:spPr>
          <a:xfrm>
            <a:off x="6501384" y="17190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426"/>
                </a:solidFill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141464" y="16642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Cloud match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41464" y="1993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Ensemble score computed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226296" y="1554480"/>
            <a:ext cx="2743200" cy="1097280"/>
          </a:xfrm>
          <a:prstGeom prst="rect">
            <a:avLst/>
          </a:prstGeom>
          <a:solidFill>
            <a:srgbClr val="111E2F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409176" y="1719072"/>
            <a:ext cx="530352" cy="53035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5" name="Text 23"/>
          <p:cNvSpPr/>
          <p:nvPr/>
        </p:nvSpPr>
        <p:spPr>
          <a:xfrm>
            <a:off x="9409176" y="17190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426"/>
                </a:solidFill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049256" y="16642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FCM result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49256" y="1993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Push notification to device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2926080"/>
            <a:ext cx="11155680" cy="3383280"/>
          </a:xfrm>
          <a:prstGeom prst="rect">
            <a:avLst/>
          </a:prstGeom>
          <a:solidFill>
            <a:srgbClr val="111E2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31520" y="30632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Ensemble scoring — production code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1520" y="352044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final_score = 0.5 · ArcFace_dist + 0.3 · Facenet512_dist + 0.2 · (1 − classifier_proba)</a:t>
            </a:r>
            <a:endParaRPr lang="en-US" sz="2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⇔  final_score  &lt;  0.50   (FINAL_THRESHOLD)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731520" y="4983480"/>
            <a:ext cx="3447288" cy="1143000"/>
          </a:xfrm>
          <a:prstGeom prst="rect">
            <a:avLst/>
          </a:prstGeom>
          <a:solidFill>
            <a:srgbClr val="111E2F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31520" y="5074920"/>
            <a:ext cx="3447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D3EE"/>
                </a:solidFill>
              </a:rPr>
              <a:t>50%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731520" y="5623560"/>
            <a:ext cx="3447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ArcFace distance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361688" y="4983480"/>
            <a:ext cx="3447288" cy="1143000"/>
          </a:xfrm>
          <a:prstGeom prst="rect">
            <a:avLst/>
          </a:prstGeom>
          <a:solidFill>
            <a:srgbClr val="111E2F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361688" y="5074920"/>
            <a:ext cx="3447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D3EE"/>
                </a:solidFill>
              </a:rPr>
              <a:t>30%</a:t>
            </a:r>
            <a:endParaRPr lang="en-US" sz="3400" dirty="0"/>
          </a:p>
        </p:txBody>
      </p:sp>
      <p:sp>
        <p:nvSpPr>
          <p:cNvPr id="36" name="Text 34"/>
          <p:cNvSpPr/>
          <p:nvPr/>
        </p:nvSpPr>
        <p:spPr>
          <a:xfrm>
            <a:off x="4361688" y="5623560"/>
            <a:ext cx="3447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Facenet512 distance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991856" y="4983480"/>
            <a:ext cx="3447288" cy="1143000"/>
          </a:xfrm>
          <a:prstGeom prst="rect">
            <a:avLst/>
          </a:prstGeom>
          <a:solidFill>
            <a:srgbClr val="111E2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991856" y="5074920"/>
            <a:ext cx="3447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</a:rPr>
              <a:t>20%</a:t>
            </a:r>
            <a:endParaRPr lang="en-US" sz="3400" dirty="0"/>
          </a:p>
        </p:txBody>
      </p:sp>
      <p:sp>
        <p:nvSpPr>
          <p:cNvPr id="39" name="Text 37"/>
          <p:cNvSpPr/>
          <p:nvPr/>
        </p:nvSpPr>
        <p:spPr>
          <a:xfrm>
            <a:off x="7991856" y="5623560"/>
            <a:ext cx="3447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Classifier (1 − proba)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1–3  ·  On the IoT Device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marks — capture, local inference, Android deployment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D35"/>
          </a:solidFill>
          <a:ln w="12700">
            <a:solidFill>
              <a:srgbClr val="0F1D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eKYC · IoT Course Project ·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7295" y="65379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3749040" cy="4846320"/>
          </a:xfrm>
          <a:prstGeom prst="rect">
            <a:avLst/>
          </a:prstGeom>
          <a:solidFill>
            <a:srgbClr val="111E2F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554480"/>
            <a:ext cx="960120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5448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26"/>
                </a:solidFill>
              </a:rPr>
              <a:t>C1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63240" y="169164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22C55E"/>
                </a:solidFill>
              </a:rPr>
              <a:t>10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3063240" y="2606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marks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971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Collect user input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352044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CameraX 1.5.3 real-time capture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Phase-based: center / left / right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to confirm, no stored input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989320"/>
            <a:ext cx="329184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60533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FaceScanScreen.kt · FaceDetectionAnalyzer.kt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07408" y="1554480"/>
            <a:ext cx="3749040" cy="4846320"/>
          </a:xfrm>
          <a:prstGeom prst="rect">
            <a:avLst/>
          </a:prstGeom>
          <a:solidFill>
            <a:srgbClr val="111E2F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07408" y="1554480"/>
            <a:ext cx="960120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07408" y="155448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26"/>
                </a:solidFill>
              </a:rPr>
              <a:t>C2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67728" y="169164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22C55E"/>
                </a:solidFill>
              </a:rPr>
              <a:t>15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6967728" y="2606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marks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36008" y="2971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Infer locally + display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636008" y="352044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Kit Face Detection on every frame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captures rejected on-device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shown on-screen + FCM banner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36008" y="5989320"/>
            <a:ext cx="329184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36008" y="60533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FaceScanScreen.kt :449–484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311896" y="1554480"/>
            <a:ext cx="3749040" cy="4846320"/>
          </a:xfrm>
          <a:prstGeom prst="rect">
            <a:avLst/>
          </a:prstGeom>
          <a:solidFill>
            <a:srgbClr val="111E2F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311896" y="1554480"/>
            <a:ext cx="960120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11896" y="155448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26"/>
                </a:solidFill>
              </a:rPr>
              <a:t>C3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872216" y="169164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22C55E"/>
                </a:solidFill>
              </a:rPr>
              <a:t>15</a:t>
            </a:r>
            <a:endParaRPr lang="en-US" sz="5400" dirty="0"/>
          </a:p>
        </p:txBody>
      </p:sp>
      <p:sp>
        <p:nvSpPr>
          <p:cNvPr id="30" name="Text 28"/>
          <p:cNvSpPr/>
          <p:nvPr/>
        </p:nvSpPr>
        <p:spPr>
          <a:xfrm>
            <a:off x="10872216" y="2606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marks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40496" y="2971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Runs on IoT device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540496" y="352044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app, minSdk 36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 emulator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Android phone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540496" y="5989320"/>
            <a:ext cx="329184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40496" y="60533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app/build.gradle.kts :17–18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4–5  ·  On the Cloud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marks — cloud inference and IoT ↔ cloud communication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D35"/>
          </a:solidFill>
          <a:ln w="12700">
            <a:solidFill>
              <a:srgbClr val="0F1D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eKYC · IoT Course Project ·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7295" y="65379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5303520" cy="4846320"/>
          </a:xfrm>
          <a:prstGeom prst="rect">
            <a:avLst/>
          </a:prstGeom>
          <a:solidFill>
            <a:srgbClr val="111E2F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554480"/>
            <a:ext cx="960120" cy="457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5448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26"/>
                </a:solidFill>
              </a:rPr>
              <a:t>C4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89120" y="16916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A78BFA"/>
                </a:solidFill>
              </a:rPr>
              <a:t>10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731520" y="2971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</a:rPr>
              <a:t>Run inference in cloud VM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31520" y="352044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8FAFC"/>
                </a:solidFill>
              </a:rPr>
              <a:t>FastAPI async app, containerised multi-stage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8FAFC"/>
                </a:solidFill>
              </a:rPr>
              <a:t>Deployed to GKE in us-central1 Artifact Registry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8FAFC"/>
                </a:solidFill>
              </a:rPr>
              <a:t>DeepFace warms up ArcFace + Facenet512 on startup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8FAFC"/>
                </a:solidFill>
              </a:rPr>
              <a:t>RetinaFace detector · TensorFlow CPU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5989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face_matching/Dockerfile · embedding_service.py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55080" y="1554480"/>
            <a:ext cx="5303520" cy="4846320"/>
          </a:xfrm>
          <a:prstGeom prst="rect">
            <a:avLst/>
          </a:prstGeom>
          <a:solidFill>
            <a:srgbClr val="111E2F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55080" y="1554480"/>
            <a:ext cx="960120" cy="4572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55448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26"/>
                </a:solidFill>
              </a:rPr>
              <a:t>C5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241280" y="16916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22D3EE"/>
                </a:solidFill>
              </a:rPr>
              <a:t>20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6583680" y="2971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</a:rPr>
              <a:t>IoT ↔ cloud comms (HTML path)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583680" y="352044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8FAFC"/>
                </a:solidFill>
              </a:rPr>
              <a:t>HTTPS multipart via Kong gateway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8FAFC"/>
                </a:solidFill>
              </a:rPr>
              <a:t>Google Cloud Managed TLS certificate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8FAFC"/>
                </a:solidFill>
              </a:rPr>
              <a:t>JWT-authenticated endpoints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8FAFC"/>
                </a:solidFill>
              </a:rPr>
              <a:t>Async FCM push back for inference result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0" y="5989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AuthApiService.kt · ekyc_endpoints.py · ingress.yaml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6  ·  Train Your Own Model — Hybrid Two-Layer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marks — pretrained backbone + classifier head we train ourselves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D35"/>
          </a:solidFill>
          <a:ln w="12700">
            <a:solidFill>
              <a:srgbClr val="0F1D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eKYC · IoT Course Project ·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7295" y="65379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8" name="Image 0" descr="/sessions/festive-eager-gauss/slides_build/diagrams/hybrid-mode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17320"/>
            <a:ext cx="111556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7  ·  Multiple Concurrent Users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marks — stateless pods, async I/O, Pub/Sub backpressure, horizontal scaling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D35"/>
          </a:solidFill>
          <a:ln w="12700">
            <a:solidFill>
              <a:srgbClr val="0F1D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eKYC · IoT Course Project ·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7295" y="65379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5669280" cy="1965960"/>
          </a:xfrm>
          <a:prstGeom prst="rect">
            <a:avLst/>
          </a:prstGeom>
          <a:solidFill>
            <a:srgbClr val="111E2F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554480"/>
            <a:ext cx="109728" cy="19659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7373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</a:rPr>
              <a:t>Stateless pods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228600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Any replica can serve any request — shared state in Postgres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1554480"/>
            <a:ext cx="5669280" cy="1965960"/>
          </a:xfrm>
          <a:prstGeom prst="rect">
            <a:avLst/>
          </a:prstGeom>
          <a:solidFill>
            <a:srgbClr val="111E2F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554480"/>
            <a:ext cx="109728" cy="19659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17373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</a:rPr>
              <a:t>FastAPI async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629400" y="228600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One pod multiplexes many in-flight uploads via asyncio event loop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3749040"/>
            <a:ext cx="5669280" cy="1965960"/>
          </a:xfrm>
          <a:prstGeom prst="rect">
            <a:avLst/>
          </a:prstGeom>
          <a:solidFill>
            <a:srgbClr val="111E2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749040"/>
            <a:ext cx="109728" cy="1965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9319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Pub/Sub pull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PUBSUB_MAX_MESSAGES=20 in-flight per worker — built-in backpressure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09360" y="3749040"/>
            <a:ext cx="5669280" cy="1965960"/>
          </a:xfrm>
          <a:prstGeom prst="rect">
            <a:avLst/>
          </a:prstGeom>
          <a:solidFill>
            <a:srgbClr val="111E2F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3749040"/>
            <a:ext cx="109728" cy="1965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39319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78BFA"/>
                </a:solidFill>
              </a:rPr>
              <a:t>HPA CronJob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629400" y="448056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Business-hours scale up, off-hours scale to zero — cost savings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" y="5943600"/>
            <a:ext cx="11155680" cy="502920"/>
          </a:xfrm>
          <a:prstGeom prst="rect">
            <a:avLst/>
          </a:prstGeom>
          <a:solidFill>
            <a:srgbClr val="111E2F"/>
          </a:solidFill>
          <a:ln w="19050">
            <a:solidFill>
              <a:srgbClr val="1E293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59436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Ready to scale: </a:t>
            </a:r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scale deploy/face-matching-signin --replicas=5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  ·  no code change needed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8  ·  Online Model Updating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marks — partial_fit() at runtime, no downtime, no file reload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D35"/>
          </a:solidFill>
          <a:ln w="12700">
            <a:solidFill>
              <a:srgbClr val="0F1D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eKYC · IoT Course Project ·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7295" y="65379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6583680" cy="4846320"/>
          </a:xfrm>
          <a:prstGeom prst="rect">
            <a:avLst/>
          </a:prstGeom>
          <a:solidFill>
            <a:srgbClr val="111E2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1691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classifier_service.py · partial_update()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148840"/>
            <a:ext cx="6400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partial_update(self, positive_features):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self.is_trained: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self.train(positive_features); return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neg = self._generate_negative_samples(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positive_features)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features = np.vstack([positive_features, neg])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labels   = np.array(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[1]*len(positive_features) + [0]*len(neg))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features_scaled = self.scaler.transform(features)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self.clf.partial_fit(features_scaled, labels)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269480" y="1554480"/>
            <a:ext cx="4389120" cy="4846320"/>
          </a:xfrm>
          <a:prstGeom prst="rect">
            <a:avLst/>
          </a:prstGeom>
          <a:solidFill>
            <a:srgbClr val="111E2F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52360" y="1691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Rubric alignment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52360" y="2103120"/>
            <a:ext cx="4114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"User input and label transmitted to cloud"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✓ signin photo + email go up on /ekyc/login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"The cloud retrains the model"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✓ partial_fit() mutates SGD weights live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■"/>
            </a:pPr>
            <a:r>
              <a:rPr lang="en-US" sz="1300" dirty="0">
                <a:solidFill>
                  <a:srgbClr val="F8FAFC"/>
                </a:solidFill>
              </a:rPr>
              <a:t>No downtime</a:t>
            </a:r>
            <a:endParaRPr lang="en-US" sz="1200" dirty="0"/>
          </a:p>
          <a:p>
            <a:pPr marL="342900" indent="-342900">
              <a:buSzPct val="100000"/>
              <a:buChar char="■"/>
            </a:pPr>
            <a:r>
              <a:rPr lang="en-US" sz="1300" dirty="0">
                <a:solidFill>
                  <a:srgbClr val="F8FAFC"/>
                </a:solidFill>
              </a:rPr>
              <a:t>No file reload</a:t>
            </a:r>
            <a:endParaRPr lang="en-US" sz="1200" dirty="0"/>
          </a:p>
          <a:p>
            <a:pPr marL="342900" indent="-342900">
              <a:buSzPct val="100000"/>
              <a:buChar char="■"/>
            </a:pPr>
            <a:r>
              <a:rPr lang="en-US" sz="1300" dirty="0">
                <a:solidFill>
                  <a:srgbClr val="F8FAFC"/>
                </a:solidFill>
              </a:rPr>
              <a:t>Per-user boundary tightens over time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· Rubric Mapping · Expected Score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criteria covered — defensible self-assessment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D35"/>
          </a:solidFill>
          <a:ln w="12700">
            <a:solidFill>
              <a:srgbClr val="0F1D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eKYC · IoT Course Project ·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7295" y="65379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68580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389120"/>
                <a:gridCol w="914400"/>
                <a:gridCol w="10972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 user input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 locally &amp; display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Emulated / physical IoT device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 in cloud VM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Comms IoT ↔ cloud (HTML)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your own model (hybrid)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concurrent users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model updating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02920" y="5715000"/>
            <a:ext cx="6858000" cy="685800"/>
          </a:xfrm>
          <a:prstGeom prst="rect">
            <a:avLst/>
          </a:prstGeom>
          <a:solidFill>
            <a:srgbClr val="111E2F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85800" y="57150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TOTAL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657600" y="57150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2C55E"/>
                </a:solidFill>
              </a:rPr>
              <a:t>100 / 100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7680960" y="1554480"/>
            <a:ext cx="4023360" cy="2651760"/>
          </a:xfrm>
          <a:prstGeom prst="rect">
            <a:avLst/>
          </a:prstGeom>
          <a:solidFill>
            <a:srgbClr val="111E2F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680960" y="1691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EXPECTED SCORE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680960" y="1965960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0" b="1" dirty="0">
                <a:solidFill>
                  <a:srgbClr val="F8FAFC"/>
                </a:solidFill>
              </a:rPr>
              <a:t>100</a:t>
            </a:r>
            <a:endParaRPr lang="en-US" sz="10800" dirty="0"/>
          </a:p>
        </p:txBody>
      </p:sp>
      <p:sp>
        <p:nvSpPr>
          <p:cNvPr id="15" name="Text 12"/>
          <p:cNvSpPr/>
          <p:nvPr/>
        </p:nvSpPr>
        <p:spPr>
          <a:xfrm>
            <a:off x="7680960" y="3749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conservative 95 if hybrid rejected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680960" y="4343400"/>
            <a:ext cx="4023360" cy="2057400"/>
          </a:xfrm>
          <a:prstGeom prst="rect">
            <a:avLst/>
          </a:prstGeom>
          <a:solidFill>
            <a:srgbClr val="111E2F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818120" y="4434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</a:rPr>
              <a:t>Tech stack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818120" y="475488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8FAFC"/>
                </a:solidFill>
              </a:rPr>
              <a:t>Android · Kotlin · CameraX · ML Kit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8FAFC"/>
                </a:solidFill>
              </a:rPr>
              <a:t>FastAPI async · Kong · GKE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8FAFC"/>
                </a:solidFill>
              </a:rPr>
              <a:t>DeepFace (ArcFace + Facenet512)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8FAFC"/>
                </a:solidFill>
              </a:rPr>
              <a:t>scikit-learn · Pub/Sub · pgvector · FCM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Banking eKYC — IoT Course Project</dc:title>
  <dc:subject>PptxGenJS Presentation</dc:subject>
  <dc:creator>Yin Lin</dc:creator>
  <cp:lastModifiedBy>Yin Lin</cp:lastModifiedBy>
  <cp:revision>1</cp:revision>
  <dcterms:created xsi:type="dcterms:W3CDTF">2026-04-11T09:59:41Z</dcterms:created>
  <dcterms:modified xsi:type="dcterms:W3CDTF">2026-04-11T09:59:41Z</dcterms:modified>
</cp:coreProperties>
</file>